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0" r:id="rId4"/>
    <p:sldId id="276" r:id="rId5"/>
    <p:sldId id="277" r:id="rId6"/>
    <p:sldId id="273" r:id="rId7"/>
    <p:sldId id="258" r:id="rId8"/>
    <p:sldId id="263" r:id="rId9"/>
    <p:sldId id="264" r:id="rId10"/>
    <p:sldId id="259" r:id="rId11"/>
    <p:sldId id="274" r:id="rId12"/>
    <p:sldId id="275" r:id="rId13"/>
    <p:sldId id="272" r:id="rId14"/>
    <p:sldId id="278" r:id="rId15"/>
    <p:sldId id="279" r:id="rId16"/>
    <p:sldId id="267" r:id="rId17"/>
    <p:sldId id="271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7A2BAD-43E2-4281-B0A8-4806B4259684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678D8-5CAA-4052-A758-526BA3D2E3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6765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C16C00-7043-9E94-F476-5BFD9061BB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5C5ECB4-F180-97E2-D1E8-1C28103B2B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D62032-1130-2900-737A-8540DDB23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283F-62FC-4C9C-8FF6-4523FB4CC323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F1C3D4-786B-BFF5-1302-F0B2522DD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5F9BD0-04BF-992A-B7A5-04DE73D5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574-0F20-4B2B-BC00-85636E6454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6103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E6B242-2EA1-4DF4-204C-356BD53A1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756B0C-7460-A6DF-B1ED-44F4DA9C8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F27682-CF3A-B8E7-F969-E18ACFE01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1B914-2888-42D2-852D-B4330A62AFA1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23EC26-A04A-12DA-A225-DEF7BB8CF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18726C-529C-8294-9D3F-954BB185D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574-0F20-4B2B-BC00-85636E6454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5808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241AF5-1B16-DEAE-E9E1-571FB9EA2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7C3A89-FD8C-C419-231F-25E2E9538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5CE383-C8A8-725B-BE39-44997591C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3F750-4EA3-4E08-9B77-94A636B4DE93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7AACAA-C930-AF45-154E-C552495F9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926A68-EA7B-B9E7-D7C7-B0CBBEBCC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574-0F20-4B2B-BC00-85636E6454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9478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B1E46E-2428-220D-5F89-88F32B57D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1EC822-ED7A-2256-205F-8CC53980E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E9D091-335D-5831-DAD6-F2A0D1647E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9FCF7D2-6A75-AC6A-4095-3E61B149C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1FC53-FE37-4FCA-B9AC-3AF4DDD7F731}" type="datetime1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124EF05-C0C3-29FC-79B5-D99F28886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165DCE2-BD7C-C7EE-EDBF-F8F89633C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574-0F20-4B2B-BC00-85636E6454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8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021DAE-24CC-60A5-EC1C-5AB602F0D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AAA14F7-0462-1DB4-F05D-FD9DEE60A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B0A35CE-6220-DDF5-6E56-FE29941ED2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445B587-0344-E423-3AFD-0E26876A1E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F1B4A78-6A46-BAD3-D4BB-89E090C961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D52F4A3-61DF-1067-A577-5FB5FBD9A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E6E55-E51C-46DF-98B0-FA890BE86488}" type="datetime1">
              <a:rPr lang="ru-RU" smtClean="0"/>
              <a:t>04.06.2026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F37A37A-A8E1-65B6-13B5-1B1D0AC01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0E5858F-E4C7-C9AE-54D1-76DC7F611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574-0F20-4B2B-BC00-85636E6454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697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6B8C58-2F1E-3EF5-8D11-8FA8AD56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AAB2BD4-07C4-5F4A-571E-93D519852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0D828-CFC0-4AB8-BEAF-5FAD2FB6D6DB}" type="datetime1">
              <a:rPr lang="ru-RU" smtClean="0"/>
              <a:t>04.06.2026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D4B8DC1-2BAF-8FA3-1E74-1BB3B556F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A00A82-D2A4-C841-B334-1CD400390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574-0F20-4B2B-BC00-85636E6454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4218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19F4AB6-2CB8-A186-C9BD-8C331DD2E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F7498-C83D-4B5E-85AC-C31EDFDCBE97}" type="datetime1">
              <a:rPr lang="ru-RU" smtClean="0"/>
              <a:t>04.06.2026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55CE0E7-A36D-7077-EE24-77051F89A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455FEB-0A8C-11AB-69FF-3E348D6E1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574-0F20-4B2B-BC00-85636E6454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1308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A0B024-C973-A166-6303-145678024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DC2DA8-6C4F-E279-10C5-B6F881209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7F75E60-4455-994B-10CF-D04503538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0B910DF-2ADA-E862-E1C7-AAA525786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CE8EA-9740-4CF9-AE15-225BE92D1E68}" type="datetime1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E1B644-9A51-AF75-17FE-0CA5BB100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7353B45-E54B-25F0-9915-A99A5D42E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574-0F20-4B2B-BC00-85636E6454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4237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9522B0-17E2-0DF7-1A39-826E4528A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EFC1BD2-D720-AE57-EFBF-41BC4D261B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57AC3B6-B7B5-3560-BDBA-CC7B8F074B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7A39696-E466-BDDE-7C29-37AAB767B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A45C-4DAA-4FC7-974A-E96D225437A0}" type="datetime1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852A269-B9B2-B6ED-AB52-13160D7B5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756ABC9-3B8E-4C7C-39DF-558F9F9A6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574-0F20-4B2B-BC00-85636E6454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557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69F7A7-AB54-E05E-5FB0-68C5A252A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C727C7C-FB94-3222-B92B-435DF707D5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BC0B68-C50B-3FC2-D58D-717877BC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4CDC-0DB7-4AF6-916C-3348B3242CF7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32E6F4-CC80-0057-57E1-DAAB4F5D1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452FC1-C647-D270-E39F-C203502F1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574-0F20-4B2B-BC00-85636E6454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273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8845845-E1D3-8F89-633A-6ADB3807BF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FDC855C-4DFE-A02E-344F-CD8EBCC581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8A3F67-ED05-C9D6-4BA2-174791E50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99946-81F4-4D44-BEB8-211896E74648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1F444D-5AFE-136C-1AF0-6F420243E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89C68E-1CCE-1EA7-CA2D-A63D47EAD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574-0F20-4B2B-BC00-85636E6454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6091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EB0C99-7BA8-6BC4-7A56-1F534A399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BB3F3E-95B9-F195-05BD-87E56D085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91D467-A6BE-AC18-3545-B964FC95F3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5961B0-9144-4549-801B-ED8ED53B18E5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AF3572-2867-D0F2-1E2B-0BF760991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53D412-9DAC-CA4B-A191-9DF92F576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4B4574-0F20-4B2B-BC00-85636E6454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5527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7D0692-7AF0-9FA1-6E19-0F7155590A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для создания скелетных анимаций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D020582-FA4D-80E8-A2F6-879CE47DC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9161" y="5026308"/>
            <a:ext cx="4306528" cy="1418658"/>
          </a:xfrm>
        </p:spPr>
        <p:txBody>
          <a:bodyPr/>
          <a:lstStyle/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Факультет компьютерных наук,</a:t>
            </a:r>
          </a:p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6.2 группа,</a:t>
            </a:r>
          </a:p>
          <a:p>
            <a:pPr algn="l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Мышкевич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А. Н.</a:t>
            </a:r>
          </a:p>
          <a:p>
            <a:pPr algn="l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25AA9C-6345-DF85-B707-BB40E2924EEF}"/>
              </a:ext>
            </a:extLst>
          </p:cNvPr>
          <p:cNvSpPr txBox="1"/>
          <p:nvPr/>
        </p:nvSpPr>
        <p:spPr>
          <a:xfrm>
            <a:off x="5486292" y="5900485"/>
            <a:ext cx="4965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04.06.2026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66266E-7FFF-4C45-82A0-B3A4F11855C3}"/>
              </a:ext>
            </a:extLst>
          </p:cNvPr>
          <p:cNvSpPr txBox="1"/>
          <p:nvPr/>
        </p:nvSpPr>
        <p:spPr>
          <a:xfrm>
            <a:off x="3760837" y="588183"/>
            <a:ext cx="574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Воронежский Государственный Университет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1A21446-2CBB-3929-5D1F-93379997F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574-0F20-4B2B-BC00-85636E64546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8560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0FDDA6-9831-487C-D70C-511E19822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BE05AB-D129-5ACA-3E86-9E5D4FF67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Предоставить пользователям возможность создавать скелетные анимации.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Обеспечить редактирование анимаций.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Обеспечить экспорт и импорт проектов.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B48DC46-6B17-4D03-2613-9D4F5F99E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574-0F20-4B2B-BC00-85636E645461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6160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C85859-CB93-DBF9-6106-722AAE530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C9657E-F8CF-51D7-B34A-2EBDD4B2D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186084" cy="4351338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Есть возможность переключаться между проектами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Сохранять и восстанавливать процесс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Поддерживать иерархию объектов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Поддерживает популярные форматы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C3785A0-AEB9-AAFB-53E7-3244B6F77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574-0F20-4B2B-BC00-85636E645461}" type="slidenum">
              <a:rPr lang="ru-RU" smtClean="0"/>
              <a:t>3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9D2CFED-B4FE-E35B-A509-5390DB173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7473" y="1937670"/>
            <a:ext cx="6926254" cy="3677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99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BA952-0D02-0473-F0F7-1BB520BC0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25B037-1C5E-B19F-277F-129987BBD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Обзор аналогов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0D19CF-7EFB-7D8B-5C38-8CF985729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Spine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LoongBones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DragonBones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Synfig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Studio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F4936D-AA59-92AA-7900-1DF7DD3F0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574-0F20-4B2B-BC00-85636E645461}" type="slidenum">
              <a:rPr lang="ru-RU" smtClean="0"/>
              <a:t>4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FC9507C-FB94-E6A4-5CCE-EE2FD5AD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431" y="681037"/>
            <a:ext cx="4975965" cy="264226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6F33696-4293-32F9-D100-6710CE186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04" y="3613093"/>
            <a:ext cx="5198346" cy="256387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77F4BB3-4181-F6B4-38CD-73F343DFA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431" y="3534698"/>
            <a:ext cx="4975964" cy="264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95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C8903-22E7-E7FF-09D6-21607C750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B0580-9601-7BA4-617F-B0A026FD8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SpineJson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4CCEFF-E9C6-F20C-1C48-F33957B24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Skeleton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Attachment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Animation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BDA0F60-D46D-9C85-5586-52FFDA007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574-0F20-4B2B-BC00-85636E645461}" type="slidenum">
              <a:rPr lang="ru-RU" smtClean="0"/>
              <a:t>5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1F84AA8-E07C-36A4-6D6C-C74EAD606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724" y="1324722"/>
            <a:ext cx="5697237" cy="462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261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050C3D-D03F-7F2A-19AD-7C9F9D49E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42CE7E-6F2C-B0D9-CFF2-A587473C1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Avalonia UI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Newtonsoft.Json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CommunityToolkit.Mvvm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Microsoft.Extensions.DependencyInjection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2C845E1-DA49-8923-0ED8-5824FA4D6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574-0F20-4B2B-BC00-85636E645461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7278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2ED148-142F-F9C5-2CB6-12DB341B4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Сценарии использования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C05C24D-BD33-CF00-F0B2-D97652926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574-0F20-4B2B-BC00-85636E645461}" type="slidenum">
              <a:rPr lang="ru-RU" smtClean="0"/>
              <a:t>7</a:t>
            </a:fld>
            <a:endParaRPr lang="ru-RU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5A209D85-8062-AC26-68D8-7FB455CEAE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1333" y="1604561"/>
            <a:ext cx="532926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19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D72419-BC11-4745-5F49-324AFFDB2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деятельности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786DADF1-F69A-767A-BDCC-EE718042E9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1690" y="1825625"/>
            <a:ext cx="2488620" cy="4351338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B5591EA-360B-B88F-75EE-BE169D9C2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574-0F20-4B2B-BC00-85636E645461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6481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735F7F-1DBF-64EF-75AC-934670214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4E5C92-42E5-E9F2-90B4-4866A7F98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37671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Views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ViewModels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App.axaml.cs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точка входа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030BBD-FBA9-368F-C6E0-75C314D6C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574-0F20-4B2B-BC00-85636E645461}" type="slidenum">
              <a:rPr lang="ru-RU" smtClean="0"/>
              <a:t>9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F63E9F7-957B-6414-8E2F-1E27C0098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871" y="508743"/>
            <a:ext cx="3600953" cy="550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175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3A10D2-C985-147D-1A2A-553D30B33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классов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8521E80-FA54-8CA1-AAFA-3251E98A0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574-0F20-4B2B-BC00-85636E645461}" type="slidenum">
              <a:rPr lang="ru-RU" smtClean="0"/>
              <a:t>10</a:t>
            </a:fld>
            <a:endParaRPr lang="ru-RU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DD45C67E-994C-6845-8287-5452E24323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394" y="1847850"/>
            <a:ext cx="97652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875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F3664-9B77-9B06-4FFC-687A4B946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2A7D15-9AA2-7E1F-A450-42ABA76EA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классов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FECA857-B784-19D1-888D-A218E720D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574-0F20-4B2B-BC00-85636E645461}" type="slidenum">
              <a:rPr lang="ru-RU" smtClean="0"/>
              <a:t>11</a:t>
            </a:fld>
            <a:endParaRPr lang="ru-RU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8EBD9D0B-0636-7705-53C2-674813418A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05" t="36848"/>
          <a:stretch>
            <a:fillRect/>
          </a:stretch>
        </p:blipFill>
        <p:spPr>
          <a:xfrm>
            <a:off x="1661774" y="1462484"/>
            <a:ext cx="8868452" cy="489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695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E98EA-5A18-7864-CB10-9F5B37C93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EC91D1-902D-3637-95C9-E973BE1E2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классов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77B3CA2-1243-13E7-AD49-85DA86C66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574-0F20-4B2B-BC00-85636E645461}" type="slidenum">
              <a:rPr lang="ru-RU" smtClean="0"/>
              <a:t>12</a:t>
            </a:fld>
            <a:endParaRPr lang="ru-RU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D24551AB-AD32-A126-7D6C-B58488F063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48" r="59465"/>
          <a:stretch>
            <a:fillRect/>
          </a:stretch>
        </p:blipFill>
        <p:spPr>
          <a:xfrm>
            <a:off x="2691135" y="1459377"/>
            <a:ext cx="6809729" cy="472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923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68DE3B-264E-5CE9-E50B-429552CF0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DDEE51-4FC9-45F7-2140-CF8751075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5663CDA-D8D3-37D6-C927-A8045B0AC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574-0F20-4B2B-BC00-85636E645461}" type="slidenum">
              <a:rPr lang="ru-RU" smtClean="0"/>
              <a:t>13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969A5A2-FFF4-E5BF-0995-22D1903A6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667" y="1717727"/>
            <a:ext cx="3658111" cy="422969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A177455-8334-F63D-E79E-B2DF598C3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311" y="1717727"/>
            <a:ext cx="3496163" cy="4029637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9B0CA4C-6461-EC78-6EFB-1B381CC8BC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3007" y="1717727"/>
            <a:ext cx="3639058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482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0777E-AF69-0CA5-7D17-CEA57EE24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43972-FA94-ADD8-9512-B9ABBB053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9BC86E-FDC3-96A5-5D1C-587C6C067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155E01-73DE-8D67-AB69-985845422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574-0F20-4B2B-BC00-85636E645461}" type="slidenum">
              <a:rPr lang="ru-RU" smtClean="0"/>
              <a:t>14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4F6A026-FD56-2841-71F2-2D1958124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01" y="2846589"/>
            <a:ext cx="10885398" cy="249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819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D41FB-00CB-E3E2-0557-E3E338CE7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49EC37-3F70-8483-D0E5-1317443FA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064EA9-80E0-B0AC-3BAA-92D547EFB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83FFAEB-D405-1DDA-8E70-0312CF5F1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574-0F20-4B2B-BC00-85636E645461}" type="slidenum">
              <a:rPr lang="ru-RU" smtClean="0"/>
              <a:t>15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F7FA525-B32B-5500-CC22-617FEED23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62" y="1690688"/>
            <a:ext cx="8613058" cy="456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144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0CCE0E-3BEC-F32F-9386-4B2FF7B1A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E56E49-6E87-FCDC-D7C0-E4982A53F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Создано приложение, позволяющее создавать и редактировать.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Переключение между проектами.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Сохранение и восстановление проектов.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Экспорт в разных форматах.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в формате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SpineJson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4231448-303E-3DCB-6933-E27ABDB80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574-0F20-4B2B-BC00-85636E645461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6484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897EB-3C27-C9F4-8C32-38EDBAA6D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2EF2D0-9F97-AD6D-9D3D-73377A48E3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для создания скелетных анимаций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9534263-1219-FE2B-743B-3257B21EF8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9161" y="5026308"/>
            <a:ext cx="4306528" cy="1418658"/>
          </a:xfrm>
        </p:spPr>
        <p:txBody>
          <a:bodyPr/>
          <a:lstStyle/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Факультет компьютерных наук,</a:t>
            </a:r>
          </a:p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6.2 группа,</a:t>
            </a:r>
          </a:p>
          <a:p>
            <a:pPr algn="l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Мышкевич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А. Н.</a:t>
            </a:r>
          </a:p>
          <a:p>
            <a:pPr algn="l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3E3CE7-599B-C42B-25E3-3111E87068D6}"/>
              </a:ext>
            </a:extLst>
          </p:cNvPr>
          <p:cNvSpPr txBox="1"/>
          <p:nvPr/>
        </p:nvSpPr>
        <p:spPr>
          <a:xfrm>
            <a:off x="5486292" y="5900485"/>
            <a:ext cx="4965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04.06.2026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AEA615-152D-32D4-5CD7-ACBBBCB95691}"/>
              </a:ext>
            </a:extLst>
          </p:cNvPr>
          <p:cNvSpPr txBox="1"/>
          <p:nvPr/>
        </p:nvSpPr>
        <p:spPr>
          <a:xfrm>
            <a:off x="3760837" y="588183"/>
            <a:ext cx="574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Воронежский Государственный Университет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FEAFC42-2FDA-B28B-D3DA-FCB3D22A1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574-0F20-4B2B-BC00-85636E645461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38125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180</Words>
  <Application>Microsoft Office PowerPoint</Application>
  <PresentationFormat>Широкоэкранный</PresentationFormat>
  <Paragraphs>75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Times New Roman</vt:lpstr>
      <vt:lpstr>Тема Office</vt:lpstr>
      <vt:lpstr>Программа для создания скелетных анимаций</vt:lpstr>
      <vt:lpstr>Цели</vt:lpstr>
      <vt:lpstr>Задачи</vt:lpstr>
      <vt:lpstr>Обзор аналогов</vt:lpstr>
      <vt:lpstr>Формат SpineJson</vt:lpstr>
      <vt:lpstr>Технологии</vt:lpstr>
      <vt:lpstr>Сценарии использования</vt:lpstr>
      <vt:lpstr>Диаграмма деятельности</vt:lpstr>
      <vt:lpstr>Архитектура</vt:lpstr>
      <vt:lpstr>Диаграмма классов</vt:lpstr>
      <vt:lpstr>Диаграмма классов</vt:lpstr>
      <vt:lpstr>Диаграмма классов</vt:lpstr>
      <vt:lpstr>Интерфейс</vt:lpstr>
      <vt:lpstr>Интерфейс</vt:lpstr>
      <vt:lpstr>Интерфейс</vt:lpstr>
      <vt:lpstr>Заключение</vt:lpstr>
      <vt:lpstr>Программа для создания скелетных анимаций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annamyshkevich@yandex.ru</dc:creator>
  <cp:lastModifiedBy>annamyshkevich@yandex.ru</cp:lastModifiedBy>
  <cp:revision>101</cp:revision>
  <dcterms:created xsi:type="dcterms:W3CDTF">2026-01-06T19:47:58Z</dcterms:created>
  <dcterms:modified xsi:type="dcterms:W3CDTF">2026-06-03T22:57:34Z</dcterms:modified>
</cp:coreProperties>
</file>